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81BD4A0-73B9-4957-A66C-775CAD5295B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1" autoAdjust="0"/>
    <p:restoredTop sz="94649"/>
  </p:normalViewPr>
  <p:slideViewPr>
    <p:cSldViewPr snapToGrid="0">
      <p:cViewPr varScale="1">
        <p:scale>
          <a:sx n="32" d="100"/>
          <a:sy n="32" d="100"/>
        </p:scale>
        <p:origin x="153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3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9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9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1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8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8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8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0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8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2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2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7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7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7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1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D790-296B-4D18-A839-3D41A45FD44E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29226-1994-40E4-AC83-3CDF50B1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2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3.svg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BDF206-A382-9EE9-72ED-D7B99A3D5C21}"/>
              </a:ext>
            </a:extLst>
          </p:cNvPr>
          <p:cNvSpPr txBox="1"/>
          <p:nvPr/>
        </p:nvSpPr>
        <p:spPr>
          <a:xfrm>
            <a:off x="187570" y="204099"/>
            <a:ext cx="27080308" cy="218521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Autonomous Drone Collaboration Control</a:t>
            </a:r>
          </a:p>
          <a:p>
            <a:pPr algn="ctr"/>
            <a:endParaRPr lang="en-US" sz="1000" dirty="0"/>
          </a:p>
          <a:p>
            <a:pPr algn="ctr"/>
            <a:r>
              <a:rPr lang="en-US" sz="3600" dirty="0"/>
              <a:t>Colin Bucey and Dr. Bosen Lian </a:t>
            </a:r>
          </a:p>
          <a:p>
            <a:pPr algn="ctr"/>
            <a:r>
              <a:rPr lang="en-US" sz="3600" dirty="0"/>
              <a:t>Department of Electrical and Computer Engineering, Auburn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1AB44-AD52-075B-ACA3-E963E8D0C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41172"/>
            <a:ext cx="2931253" cy="29312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1C3EF-3DAD-489A-4BAA-A38B9B2876D6}"/>
              </a:ext>
            </a:extLst>
          </p:cNvPr>
          <p:cNvSpPr txBox="1"/>
          <p:nvPr/>
        </p:nvSpPr>
        <p:spPr>
          <a:xfrm>
            <a:off x="375138" y="2696308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Abstract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4DC40-D4A7-09DE-75F3-8FEC2855392A}"/>
              </a:ext>
            </a:extLst>
          </p:cNvPr>
          <p:cNvSpPr txBox="1"/>
          <p:nvPr/>
        </p:nvSpPr>
        <p:spPr>
          <a:xfrm>
            <a:off x="375137" y="14090321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Control Approach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0462E-62AC-F018-A720-D6BE79C995CC}"/>
              </a:ext>
            </a:extLst>
          </p:cNvPr>
          <p:cNvSpPr txBox="1"/>
          <p:nvPr/>
        </p:nvSpPr>
        <p:spPr>
          <a:xfrm>
            <a:off x="18592800" y="2691225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Flight Paths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71153-C1F6-6279-DDF3-CDB8318FB296}"/>
              </a:ext>
            </a:extLst>
          </p:cNvPr>
          <p:cNvSpPr txBox="1"/>
          <p:nvPr/>
        </p:nvSpPr>
        <p:spPr>
          <a:xfrm rot="10800000" flipH="1" flipV="1">
            <a:off x="375137" y="3342639"/>
            <a:ext cx="84640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Multirotor drones rely on GPS to know where they are. Indoors that signal is unavailable, so a stock flight controller has no position estimate and cannot hold a location, follow a path, or recover itself if the pilot lets go. This collaboration with another student  was to remove that limitation for the lab's aircraft by using an OptiTrack motion-capture system as the position source for indoor flight. That capability enables autonomous task flights and flying multi-drone formations.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0AF0A-07C9-DD92-8027-A748AC799AFF}"/>
              </a:ext>
            </a:extLst>
          </p:cNvPr>
          <p:cNvSpPr txBox="1"/>
          <p:nvPr/>
        </p:nvSpPr>
        <p:spPr>
          <a:xfrm>
            <a:off x="9483964" y="2691225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System Architecture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7D958CE-B9CB-EEB0-08A0-D0A47E5E4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817" y="3086065"/>
            <a:ext cx="8141098" cy="60579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20AD31-3D50-7958-356B-67ABEE7B3AD4}"/>
              </a:ext>
            </a:extLst>
          </p:cNvPr>
          <p:cNvSpPr txBox="1"/>
          <p:nvPr/>
        </p:nvSpPr>
        <p:spPr>
          <a:xfrm>
            <a:off x="9510933" y="9135749"/>
            <a:ext cx="8464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Fusing motion capture into the drone's onboard estimator because the estimator was never designed to run without GPS. Running the position loop off-board sidesteps that estimator completely, so mocap truth drives the aircraft directly.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EC1E5D9-FCC1-C93D-2722-C77401105F3E}"/>
              </a:ext>
            </a:extLst>
          </p:cNvPr>
          <p:cNvCxnSpPr/>
          <p:nvPr/>
        </p:nvCxnSpPr>
        <p:spPr>
          <a:xfrm>
            <a:off x="6633504" y="1071880"/>
            <a:ext cx="14218920" cy="0"/>
          </a:xfrm>
          <a:prstGeom prst="line">
            <a:avLst/>
          </a:prstGeom>
          <a:ln w="1016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0D775FE-29A3-D0AB-21F6-54B2B655974B}"/>
              </a:ext>
            </a:extLst>
          </p:cNvPr>
          <p:cNvSpPr txBox="1"/>
          <p:nvPr/>
        </p:nvSpPr>
        <p:spPr>
          <a:xfrm rot="10800000" flipH="1" flipV="1">
            <a:off x="375137" y="14731567"/>
            <a:ext cx="846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Due to the onboard flight controller’s IMU bias, an offboard controller was added to ensure a correct flight. These equations are used to estimate that offset.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0F159A-11C7-4DCE-4A6D-23CAB2BAEF13}"/>
                  </a:ext>
                </a:extLst>
              </p:cNvPr>
              <p:cNvSpPr txBox="1"/>
              <p:nvPr/>
            </p:nvSpPr>
            <p:spPr>
              <a:xfrm>
                <a:off x="1884641" y="16032874"/>
                <a:ext cx="1724510" cy="943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𝑓𝑤𝑑</m:t>
                              </m:r>
                            </m:sub>
                          </m:sSub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0F159A-11C7-4DCE-4A6D-23CAB2BAE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641" y="16032874"/>
                <a:ext cx="1724510" cy="943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5804FB-EECB-0131-329D-D81B8491B829}"/>
                  </a:ext>
                </a:extLst>
              </p:cNvPr>
              <p:cNvSpPr txBox="1"/>
              <p:nvPr/>
            </p:nvSpPr>
            <p:spPr>
              <a:xfrm>
                <a:off x="4415878" y="16032544"/>
                <a:ext cx="1711943" cy="826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5804FB-EECB-0131-329D-D81B8491B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878" y="16032544"/>
                <a:ext cx="1711943" cy="8261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887955-331E-48AA-4A0F-92A19156C66A}"/>
                  </a:ext>
                </a:extLst>
              </p:cNvPr>
              <p:cNvSpPr txBox="1"/>
              <p:nvPr/>
            </p:nvSpPr>
            <p:spPr>
              <a:xfrm>
                <a:off x="1895863" y="17038860"/>
                <a:ext cx="5062475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𝑓𝑤𝑑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887955-331E-48AA-4A0F-92A19156C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63" y="17038860"/>
                <a:ext cx="5062475" cy="4658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D117B0-BA06-9CA4-AFF2-391A7913E04F}"/>
                  </a:ext>
                </a:extLst>
              </p:cNvPr>
              <p:cNvSpPr txBox="1"/>
              <p:nvPr/>
            </p:nvSpPr>
            <p:spPr>
              <a:xfrm>
                <a:off x="1884641" y="17504757"/>
                <a:ext cx="5073697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𝑓𝑤𝑑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D117B0-BA06-9CA4-AFF2-391A7913E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641" y="17504757"/>
                <a:ext cx="5073697" cy="4658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62DD8A7-68CE-A46F-E23F-ECE98BF09BD9}"/>
              </a:ext>
            </a:extLst>
          </p:cNvPr>
          <p:cNvSpPr txBox="1"/>
          <p:nvPr/>
        </p:nvSpPr>
        <p:spPr>
          <a:xfrm>
            <a:off x="9483966" y="11138589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Position Hold Results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690CC1-6AAF-CA32-1EF6-100F8E451855}"/>
              </a:ext>
            </a:extLst>
          </p:cNvPr>
          <p:cNvSpPr txBox="1"/>
          <p:nvPr/>
        </p:nvSpPr>
        <p:spPr>
          <a:xfrm rot="10800000" flipH="1" flipV="1">
            <a:off x="9483967" y="11784920"/>
            <a:ext cx="846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best flights held stable within ±65 mm in altitude and laterally. The hover held for ~30 seconds and ended only when the safety pilot chose to take over to land.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ACBD2A-36A1-C412-8CBB-B4AA3D6DA94A}"/>
              </a:ext>
            </a:extLst>
          </p:cNvPr>
          <p:cNvSpPr txBox="1"/>
          <p:nvPr/>
        </p:nvSpPr>
        <p:spPr>
          <a:xfrm rot="10800000" flipH="1" flipV="1">
            <a:off x="18592795" y="3522221"/>
            <a:ext cx="36107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drone flies a commanded square path. Each straight leg is anchored to the drone's actual position and glides between corners with a smooth velocity profile.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DF18CA-4419-0622-9F9C-BDE6DE0E2DED}"/>
              </a:ext>
            </a:extLst>
          </p:cNvPr>
          <p:cNvSpPr txBox="1"/>
          <p:nvPr/>
        </p:nvSpPr>
        <p:spPr>
          <a:xfrm rot="10800000" flipH="1" flipV="1">
            <a:off x="18592795" y="7584244"/>
            <a:ext cx="846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With a second drone operational, both fly a commanded square flight together. The size of the square is based off the initial position of the drones.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554D6B-C540-8891-E01A-56621699736A}"/>
              </a:ext>
            </a:extLst>
          </p:cNvPr>
          <p:cNvSpPr txBox="1"/>
          <p:nvPr/>
        </p:nvSpPr>
        <p:spPr>
          <a:xfrm>
            <a:off x="18592795" y="14585941"/>
            <a:ext cx="846406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Safety Design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8E5979-E90A-4F08-77E7-4FFA62BBF203}"/>
              </a:ext>
            </a:extLst>
          </p:cNvPr>
          <p:cNvSpPr txBox="1"/>
          <p:nvPr/>
        </p:nvSpPr>
        <p:spPr>
          <a:xfrm rot="10800000" flipH="1" flipV="1">
            <a:off x="18592795" y="15232272"/>
            <a:ext cx="84640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sz="2400" dirty="0"/>
              <a:t>Landing Trips: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400" dirty="0"/>
              <a:t>Drone tries to enter a corner when another drone is occupying and haven’t left it.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400" dirty="0"/>
              <a:t>If any drone doesn’t enter corner during square flights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400" dirty="0"/>
              <a:t>Any drone gets within 0.8 m of another drone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400" dirty="0"/>
              <a:t>Any drone goes above 2.5 m in altitude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400" dirty="0"/>
              <a:t>OptiTrack or MavProxy lose connected to any drone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614B0F9-7AE1-B60C-B302-3E3945694A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71" y="6451958"/>
            <a:ext cx="4766433" cy="35748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03B51E9-E47E-69B6-145C-2BF4940583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1" b="3375"/>
          <a:stretch>
            <a:fillRect/>
          </a:stretch>
        </p:blipFill>
        <p:spPr>
          <a:xfrm>
            <a:off x="1581257" y="10379565"/>
            <a:ext cx="5639006" cy="324485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0FCD406-1BB1-E9F8-614E-B0AB85C58D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038" y="13020740"/>
            <a:ext cx="5059418" cy="515206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80F37A0-2011-2E99-F9EC-4433563116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3508" y="3418718"/>
            <a:ext cx="4154072" cy="423568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4A98A4E-94ED-D9C9-0A6A-130E98500D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814" y="8742195"/>
            <a:ext cx="5292460" cy="535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8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693</TotalTime>
  <Words>353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bucey</dc:creator>
  <cp:lastModifiedBy>Bosen Lian</cp:lastModifiedBy>
  <cp:revision>10</cp:revision>
  <dcterms:created xsi:type="dcterms:W3CDTF">2026-07-20T17:14:10Z</dcterms:created>
  <dcterms:modified xsi:type="dcterms:W3CDTF">2026-07-22T21:22:41Z</dcterms:modified>
</cp:coreProperties>
</file>